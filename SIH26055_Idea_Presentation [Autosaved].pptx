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9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39:27.8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1458 347 24575,'0'0'0,"0"0"0,0 0 0,0 0 0,0 0 0,3 1 0,33 10 4,1-2 0,56 8 0,81-1-102,-128-13-12,1512 28-2553,-947-60 2076,-345 14 3179,-246 14-2214,-19 1-231,-4 1-28,-35 1 91,-1062 120-1827,6 71 216,1056-186 1778,18-4 248,0 0 1,1 2 0,-24 8-1,56-10-474,8 0-163,468-19-463,-383 9-211,829-61 441,-3-44 176,-870 102-130,126-21-44,-149 22 329,1-1-1,58-25 0,-93 34 66,-1-1-1,1 0 0,-1-1 1,0 1-1,0-1 1,0 0-1,0 0 0,3-4 1,-6 7-138,-1-1-1,1 0 1,-1 1 0,0-1 0,1 0 0,-1 1-1,0-1 1,1 0 0,-1 0 0,0 1-1,0-1 1,1 0 0,-1 0 0,0 1 0,0-1-1,0 0 1,0 0 0,0 0 0,0 1 0,-1-1-1,1-1 1,-1 0-11,0 1 0,1-1 0,-1 1 0,0 0-1,0-1 1,-1 1 0,1 0 0,0-1 0,0 1 0,-1 0 0,1 0 0,0 0-1,-4-1 1,-14-9-2,-1 1 0,-1 1 0,-36-11 0,-73-13 0,112 29 0,-170-33-617,-301-19-1,-199 41 450,-475 89-930,1132-70 1314,10-1 186,0 0 0,1 0 0,-1 2 0,-20 8 0,40-13-362,-8 5 171,11-2-173,10-1-52,761 0-1725,6-52-29,-771 50 1768,31-3-2,1194-109-752,-1204 108 979,-3 1 688,0 0-1,32-10 1,-49 8-311,-9 1-79,-17-4-348,-47-8-211,0 2 0,-103-7 0,124 17-95,-820-42-3248,-4 65 606,-409 87 2211,911-52-130,-520 146-1,621-113 2391,227-72-3249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39:32.6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5703 932 24575,'-4'-6'0,"1"1"0,-1-1 0,-1 1 0,1 0 0,-1 1 0,-9-9 0,-3-2 0,-31-27-74,-2 2 0,-1 2-1,-2 2 1,-2 2 0,0 3 0,-62-24-1,-9 5-184,-239-62-1,109 56-208,-447-42 1,-268 69-467,555 43 151,6 30 810,385-40 223,13-3 110,1 0-1,0 1 1,0 0 0,1 1 0,-1 0 0,0 1 0,1 0 0,-16 9 0,25-13-262,-2 3-16,13 2-87,132 24 5,528 47-2626,6-46 123,706-35-256,-1270-1 3271,162-29 0,-264 33-535,-3 1 411,0 0 0,-1-1-1,1 0 1,0 0 0,-1 0 0,0-1-1,1 0 1,8-6 0,-13 8 102,1-4 990,-15-1-244,-91-21-1153,-131-16 1,-113 6-1778,-618 15-1095,3 93 2913,478-11-876,10 35 1271,455-90-449,6-2 485,1 0 0,-1 1-1,1 0 1,-18 10 0,29-14-530,1 0 1,0 0-1,-1 0 0,1 0 1,-1 0-1,1 1 0,0-1 1,-1 0-1,1 0 0,0 1 1,-1-1-1,1 0 0,0 0 1,-1 1-1,1-1 0,0 0 0,-1 1 1,1-1-1,0 0 0,0 1 1,0-1-1,-1 0 0,1 1 1,0-1-1,0 1 0,0-1 1,0 1-1,0-1 0,0 0 1,0 1-1,0-1 0,0 1 1,0-1-1,0 1 0,0-1 1,0 0-1,0 1 0,0-1 1,0 1-1,0-1 0,0 0 1,1 1-1,-1-1 0,0 1 1,0-1-1,1 0 0,-1 1 1,0-1-1,0 0 0,1 0 1,-1 1-1,0-1 0,1 0 1,-1 1-1,0-1 0,1 0 0,-1 0 1,1 0-1,-1 1 0,0-1 1,1 0-1,-1 0 0,1 0 1,-1 0-1,1 0 0,32 11 76,52 3-140,1-3-1,113-1 0,-132-7-178,1174-1-4540,3-55 4735,-1118 47 207,363-22-1320,-6-24-135,-465 49 1216,8 0 551,0-2 1,-1 0-1,39-14 0,-63 18-348,1 1 0,-1-1 1,0 1-1,0-1 0,1 1 1,-1-1-1,0 0 0,0 0 0,0 0 1,0 1-1,0-1 0,0 0 1,1-2-1,-2 2-86,0 1 0,0 0 0,1-1 0,-1 1 0,0-1 0,0 1 1,0-1-1,0 1 0,0-1 0,0 1 0,0-1 0,0 1 0,0-1 0,0 1 0,0-1 0,-1 1 0,1-1 0,0 1 1,0-1-1,0 1 0,-1 0 0,1-1 0,0 1 0,0-1 0,-1 1 0,-2-3 79,0 0-1,0 0 1,-1 1-1,1-1 1,-1 1-1,1 0 1,-9-3-1,-31-12 54,-2 1-1,-70-15 1,-104-9-1190,185 34 787,-353-46-1179,-499-3 1,-395 87 1611,341 56-641,916-84 615,15-4 386,1 1 1,0 1-1,0-1 0,0 2 0,-15 4 0,23-6-487,-1 0 281,17-1-367,172 2-11,716-3-4090,158 1-433,-355 10 4383,-166 7-284,185 3-243,-681-19 983,11 1 2061,90-10-1,-145 7-2350,14-1 1394,-13-1-33,-14-1 349,-525-86-3379,-13 45 527,-316 24-1952,254 42 3065,-794 127 0,1403-147 10,-419 70-1176,7 26 2444,398-92-1211,7-3 563,0 1 1,0 0 0,0 1 0,0 1 0,-11 6 0,20-11-599,1 0-1,0 0 1,0 0 0,-1 0 0,1 0 0,0 0 0,-1 1 0,1-1 0,0 0-1,0 0 1,0 0 0,-1 0 0,1 0 0,0 1 0,0-1 0,-1 0 0,1 0-1,0 0 1,0 0 0,0 1 0,0-1 0,0 0 0,-1 0 0,1 1 0,0-1-1,0 0 1,0 0 0,0 1 0,0-1 0,0 0 0,0 0 0,0 1 0,0-1-1,0 0 1,0 1 0,0-1 0,0 0 0,0 0 0,0 1 0,0-1 0,0 0-1,0 0 1,0 1 0,0-1 0,0 0 0,1 0 0,-1 1 0,0-1 0,0 0-1,0 0 1,0 0 0,1 1 0,-1-1 0,0 0 0,0 0 0,0 0 0,1 1-1,-1-1 1,0 0 0,0 0 0,1 0 0,-1 0 0,0 0 0,0 0 0,1 0-1,-1 0 1,1 0 0,21 5 85,-20-5-96,84 7-71,118-7-1,-146-1-168,1562-77-4162,-1225 55 4375,-176 10-641,388-25-1762,-7-22 2020,-564 55 411,-9 2 693,0-1-1,0-1 0,45-14 0,-71 19-625,-1-1-1,1 1 0,0 0 1,0 0-1,0 0 0,-1-1 0,1 1 1,0 0-1,0-1 0,0 1 1,-1 0-1,1-1 0,0 1 0,-1-1 1,1 0-1,0 1 0,-1-1 1,1 1-1,-1-1 0,1 0 1,-1 1-1,1-1 0,-1 0 0,0 0 1,1 1-1,-1-1 0,0 0 1,1 0-1,-1 0 0,0 0 0,0 1 1,0-2-1,-1 0 23,0 0 0,0 1 0,0-1 0,0 1 0,-1-1 0,1 1 0,-1 0 0,1-1 0,-1 1 0,1 0 0,-1 0 1,0 0-1,1 0 0,-4-1 0,-25-11-22,0 2 0,-1 1 0,-39-8 1,-103-19-953,-209-17 0,-184 19-1719,-653 61-2187,7 111 5620,1163-129-452,-13 1 2814,-69 19 1,130-28-3114,-11 4 1097,11-1-721,13-2-282,154-4-191,8-1-458,64-5-1374,646-29-2009,681-24 3438,-1361 56-548,470-21 1436,-653 26-311,-9 1 806,0-1 0,-1 0 1,14-4-1,-24 4 877,-14-2-1543,-195-26 420,-682-30-4054,-9 69 42,110 33 2107,-1019 186-1,1788-226 1191,-449 100 943,452-99-840,11-3 324,0 1-1,0-1 0,1 1 1,-1 0-1,1 1 0,-1-1 1,1 1-1,0 0 0,-6 4 1,11-6-394,0-1 1,0 0 0,-1 0-1,1 0 1,0 0 0,0 1-1,0-1 1,0 0 0,0 0 0,0 0-1,0 0 1,0 1 0,0-1-1,-1 0 1,1 0 0,0 0-1,0 1 1,0-1 0,0 0-1,0 0 1,0 0 0,0 1-1,1-1 1,-1 0 0,0 0 0,0 0-1,0 1 1,0-1 0,0 0-1,0 0 1,0 0 0,0 1-1,0-1 1,0 0 0,1 0-1,-1 0 1,0 0 0,0 0-1,0 1 1,0-1 0,1 0 0,-1 0-1,0 0 1,0 0 0,0 0-1,0 0 1,1 0 0,-1 0-1,0 0 1,0 0 0,0 1-1,1-1 1,-1 0 0,14 3 171,-12-2-51,46 6-86,86 4 0,56-13-266,-130 1-25,1395-76-5817,-836 37 6286,73 2-165,627-44-3727,-1265 78 3498,92-7 917,155-33 1,-300 43-764,10-1 509,0 0 1,-1-1 0,1 0 0,-1-1 0,16-8-1,-25 12-461,-1 0 0,1 0-1,0-1 1,-1 1 0,1 0-1,-1-1 1,1 1-1,0 0 1,-1-1 0,1 1-1,-1-1 1,1 1 0,-1-1-1,1 1 1,-1-1-1,0 1 1,1-1 0,-1 0-1,0 1 1,1-1 0,-1 0-1,0 1 1,0-1-1,0 0 1,1 1 0,-1-1-1,0 0 1,0 1 0,0-1-1,0 0 1,0 1-1,0-1 1,0 0 0,-1 1-1,1-1 1,0 0 0,0 1-1,-1-2 1,-1 0 85,0-1 0,0 2 0,0-1 1,0 0-1,0 0 0,0 1 0,0-1 1,-1 1-1,-4-3 0,-21-8-30,0 2 0,-1 1-1,-41-8 1,-101-17-773,-192-13-1,-182 18-2857,-56 28 1717,-1108 140 0,1656-133 2331,-57 11 1286,41 2 2162,67-19-3685,-7 4 875,10-1-796,8-1-241,130 15-146,954 39-5054,-907-50 4337,67 2-436,1748 40-4157,-1959-47 5417,492-10 1516,-513 8-1543,-11 1 489,0 0 0,0-1 0,0-1 1,0 1-1,-1-1 0,1-1 0,10-4 0,-18 6-79,2-2 1316,-13-3-508,-37-9-192,-74-15 0,117 30-1106,-177-35-582,-175-15-1634,-397-4 0,-366 63-537,32 59 195,12 65 1877,1020-124 810,-14 1 1817,-108 31-1,152-30 1290,20-5-899,16 1-1025,25 2-1250,0-1-1,66 5 0,-61-9-72,874 47-5008,-820-48 4583,1134 29-4263,-6-21 4840,-868-11 1686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39:42.3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3639 1224 24575,'0'0'0,"-5"-1"0,-72-25 0,-1 4 0,-132-20 0,-171 1 0,-588-4 0,928 45 0,8-1 0,-1 1 0,1 2 0,0 2 0,-49 11 0,76-14 0,6 1 0,7 1 0,474 92-1094,13-28-492,-493-67 1584,1244 128-2224,5-73-188,-1224-55 2428,326-1 1038,-119-15 3884,-222 15-4353,-8 1-509,0 0-1,1-1 1,-1 1 0,0 0 0,0-1-1,1 0 1,-1 0 0,0 0 0,4-2-1,-6 3-73,-13-5 0,-1439-302-2182,-35 152 1,81 120 3377,1378 35-526,13 0-46,1 0 1,-1 1-1,-16 3 0,29-4-624,0 1 0,12 1 0,819 37-1922,4-38-379,524-65 471,-1320 61 2250,5-1 1265,0-1 1,79-21 0,-122 26-1677,1 0 1,-1 0 0,0 0 0,0 0 0,0 0-1,1 0 1,-1 0 0,0 0 0,0 0 0,1 0-1,-1 0 1,0 0 0,0 0 0,0 0 0,1 0-1,-1 0 1,0 0 0,0-1 0,0 1-1,1 0 1,-1 0 0,0 0 0,0 0 0,0 0-1,0-1 1,1 1 0,-1 0 0,0 0 0,0 0-1,0-1 1,0 1 0,0 0 0,0 0 0,0 0-1,0-1 1,1 1 0,-1 0 0,0 0 0,0 0-1,0-1 1,0 1 0,0 0 0,0 0 0,0-1-1,0 1 1,0 0 0,-1 0 0,1 0 0,0-1-1,0 1 1,0 0 0,0 0 0,0 0 0,0-1-1,-17-8 81,-28-5-151,44 14 70,-466-89-948,-7 40 1,-558 5 1046,1 104-1451,996-56 1455,-44 4 432,0 4 0,-104 29 1,180-40-373,-24 9 637,27-10-794,-1 1 0,0-1 0,0 0 0,0 0-1,1 1 1,-1-1 0,0 1 0,1-1 0,-1 1 0,0-1 0,1 1-1,-1-1 1,0 1 0,1-1 0,-1 1 0,1 0 0,-1-1-1,1 1 1,-1 0 0,1 0 0,0-1 0,-1 1 0,1 0 0,0 0-1,-1 1 1,1-1-15,8 2 0,-4-2 0,362 88-737,12-28-492,695 57-1734,5-54-58,-1034-62 3020,527 5 3480,-552-7-2964,-11 0-128,-1 0 0,1 0-1,-1-1 1,0 0 0,1 0-1,-1 0 1,0-1 0,0-1 0,9-3-1,-14 5-331,0-2-15,-15-3-45,-215-59-889,-334-51-1,-253 23-1303,262 62 892,-629 45 0,442 50 3451,719-62-1492,-34 8 3152,70-8-3809,747 27-1404,6-67 266,-330-5 1035,-304 24-144,161-46 0,-283 62 310,86-28-212,-87 27 307,0-1 0,0-1 0,-1 1 0,0-1-1,0-1 1,12-11 0,-21 18-72,0-1 1,1 0-1,-1 0 0,0 0 1,-1 0-1,1 0 0,0-1 1,0 1-1,0 0 0,-1 0 1,1 0-1,0-1 0,-1 1 1,1 0-1,-1-1 0,0 1 1,1-1-1,-1 1 0,0 0 1,0-1-1,0 1 0,0-1 1,0-2-1,-1 2-53,0 0 0,0 0 1,0 0-1,0 0 0,-1 0 0,1 0 1,0 1-1,-1-1 0,0 0 0,1 1 0,-1-1 1,0 1-1,-3-3 0,-7-3-116,-1 0 0,0 1 0,-25-9 0,31 12 226,-62-20-132,-1 4 0,-112-18 0,-146 1-982,37 20 821,-1 12-1,1 13 1,0 12-1,-528 109 1,800-125 677,13-3-373,0 0 1,-1-1-1,0 1 1,1-2-1,-1 1 0,0-1 1,-9 0-1,15 0-150,0-1 0,0 1 0,1-1 0,-1 1 0,0-1 0,1 1 0,-1-1 0,0 1 0,1-1 0,-1 0 0,0 1 0,1-1 0,-1 0 0,1 0 0,-1 1 0,1-1 0,0 0 0,-1 0 0,1 0 0,0 1 0,0-1 0,-1 0 0,1 0 0,0 0 0,0 0 0,0 0 0,0 0 0,0 1 0,0-1 0,0 0 0,0 0 0,1-1 0,6-33 0,-6 32 0,12-43 0,-3 11 0,-1 1 0,7-64 0,-15 88 0,0-1 0,-2 0 0,1 0 0,-1 1 0,0-1 0,-1 1 0,-1-1 0,0 1 0,0-1 0,-1 1 0,0 1 0,0-1 0,-11-16 0,2 9 0,1 1 0,-2 0 0,0 0 0,-1 2 0,-18-14 0,24 21 0,-1 0 0,0 1 0,0 0 0,0 0 0,0 1 0,-1 0 0,0 1 0,0 1 0,0 0 0,-19-3 0,26 5 0,0 1 0,0 0 0,0 1 0,0-1 0,0 1 0,0-1 0,0 1 0,0 0 0,0 1 0,0-1 0,1 1 0,-1-1 0,1 1 0,-4 3 0,1-1 0,0 1 0,1-1 0,-1 1 0,2 1 0,-1-1 0,0 1 0,-4 8 0,0 1 0,1 0 0,1 0 0,1 1 0,0 0 0,-7 32 0,8-19 0,2 0 0,1 0 0,2 1 0,0-1 0,2 0 0,1 0 0,2 0 0,0 0 0,2-1 0,1 0 0,14 32 0,-9-30 0,1 0 0,1 0 0,2-2 0,1 0 0,1-1 0,1-1 0,2 0 0,0-2 0,43 36 0,-41-42 0,1-1 0,1-1 0,0-1 0,1-1 0,48 17 0,-34-19 0,0 0 0,1-3 0,64 6 0,-30-10 0,0-4 0,0-4 0,0-2 0,87-19 0,145-49 0,-241 52 0,-2-4 0,95-49 0,-151 69 0,37-22 0,-42 25 0,-1-1 0,0 0 0,1 0 0,-1 0 0,0 0 0,0 0 0,-1 0 0,1-1 0,3-6 0,-6 9 0,1 0 0,-1 0 0,0 0 0,0 0 0,1 0 0,-1 0 0,0 0 0,0 0 0,0 0 0,0 0 0,0 0 0,0 0 0,0 0 0,-1 0 0,1 0 0,0 0 0,0 0 0,-1 1 0,1-1 0,-1 0 0,1 0 0,-1-1 0,-1 0 0,0-1 0,0 1 0,0 0 0,0 0 0,0 0 0,0 1 0,-5-4 0,-4 0 0,1-1 0,-21-6 0,30 12 0,-22-7 0,0 0 0,-40-5 0,52 10 0,0 1 0,0 1 0,0 0 0,0 0 0,0 1 0,0 1 0,0-1 0,-11 5 0,21-6 0,0 0 0,0 0 0,0 1 0,0-1 0,0 1 0,0-1 0,1 0 0,-1 1 0,0-1 0,0 1 0,0 0 0,1-1 0,-1 1 0,0 0 0,1-1 0,-2 2 0,2-2 0,0 1 0,0-1 0,0 0 0,0 1 0,0-1 0,0 0 0,0 1 0,1-1 0,-1 0 0,0 1 0,0-1 0,0 0 0,0 1 0,0-1 0,1 0 0,-1 1 0,0-1 0,0 0 0,0 1 0,1-1 0,-1 0 0,0 0 0,0 1 0,1-1 0,-1 0 0,0 0 0,1 0 0,-1 1 0,37 14 0,-28-12 0,409 114-920,12-38 0,-107-34 1385,572 5 1,-880-49 505,-44 0-1033,16-1 62,-497-10 0,-4 39 0,203 21-1365,230-33-5461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2:44:22.3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89 444 24575,'15'2'0,"-6"0"0,175 26-173,227 3 0,190-29-419,640-54-1001,-3-46 27,-1099 86 1543,45-4 220,426-29 2073,-427 40-1444,242 23 1,-415-17-827,-10-2 0,-18-3 0,3 1 0,-634-108-1383,-10 49-22,-2089-57 576,1616 144 3888,1107-24-2888,16-2-128,1 1 0,-1 1 0,0-1 0,1 2 0,-1-1 0,1 1 0,-1 0 0,-12 5 0,20-6-43,-1 1 0,13 2 0,186 46-358,3-8-1,367 29 1,423-41-1003,-790-28 1301,2164 5-88,-1432 15 719,-915-21-307,-2-1 169,-1 2-1,0-1 0,25 8 0,-34-5-345,-21-2-94,-2010-61-3291,744 68 953,6 90 1657,1236-94 692,-17 1 1629,1 2 1,-94 28-1,147-35-1527,0 0 0,0 0-1,0 0 1,1 0 0,-1 1-1,0 0 1,1-1 0,-5 5-1,7-6-91,-1 0-1,1 1 0,0-1 0,0 0 0,-1 1 0,1-1 1,0 1-1,0-1 0,0 0 0,-1 1 0,1-1 0,0 1 0,0-1 1,0 0-1,0 1 0,0-1 0,0 1 0,0-1 0,0 0 1,0 1-1,0-1 0,0 1 0,0-1 0,1 1 0,-1 0 0,1 0-2,0 0-1,-1 0 0,1 0 1,0 0-1,0 0 0,1 0 0,-1 0 1,0 0-1,0 0 0,0-1 1,0 1-1,2 0 0,16 8-10,0-1 0,0-1 0,1-1 0,28 5 0,89 9 0,-118-18 0,504 25-754,4-39-234,-399 8 929,2627-39-4344,-886 40 2176,-1775 1 2851,151 2 399,-84 12 4027,-222-14-3316,-771-49-2525,-1015-52-1830,1079 79 2344,3 44 275,727-17 47,-85 7 1698,101-6-1277,0 0 1,0 1-1,-28 10 1,29-4-427,21-11-40,-1 0 0,0 1 0,0-1 0,1 1-1,-1-1 1,1 1 0,-1-1 0,0 1 0,1-1 0,-1 1 0,1 0 0,-1-1 0,1 1-1,-1 0 1,1-1 0,0 1 0,-1 0 0,1 0 0,0-1 0,0 1 0,-1 0 0,1 0-1,0 0 1,0 0 0,7 4 0,44 21-145,1-2 0,1-3 1,103 27-1,178 17-511,266-15 601,3-42 65,-410-7-15,760-5 10,-1-42-182,-930 44 610,-12 2-287,-1 0 1,1-1-1,-1 0 0,0-1 1,0 0-1,13-5 0,-20 7-146,1-3 0,-15-2 0,-167-33-639,-274-24-1,-198 34-1095,-434 58-1128,1 50 2375,824-59-80,138-12 235,-319 40 6497,437-46-5896,15-1 566,116 7-834,429-23-1142,0-41-569,-505 49 1615,55-5-229,781-82-2371,2 26-181,131 38-186,-2 50 3466,-351 16 1447,-204-9 2049,-428-26-3101,-13 0 566,-1-1 1,25-2 0,-88-13-499,-545-94-2586,-11 31-492,-451-16 348,-4 39 256,947 49 1122,-282-12-429,-270-12 1326,221-1 3972,408 27-3468,10 1 117,1 0 0,-28 3 0,42-1-1032,13 3 0,134 20 0,534 27-1556,7-42-660,-601-8 2080,1364-10-2629,337 2 729,-418 11 1531,-1118-3 1433,-155 0-338,248 3 1047,-4 23 4139,-330-26-5612,-4 0-154,-1 0 0,0 0 0,0 1 0,1-1 0,-1 0 0,0 1 0,0-1 0,0 1 0,0 0-1,0 0 1,4 1 0,-17-1-10,-406 3-386,158-3-164,-120 1-819,-506 9-1051,749-7 2399,-1256 48-140,1361-51 52,-485 33-1440,8 30 2697,486-60-517,-32 6 2305,49-9-2730,1 0-1,-1 1 1,1 0-1,-1 0 1,1 0-1,0 0 1,0 0 0,-6 6-1,10-8-205,-1 0 0,1 0 0,0 0 0,0 1 0,-1-1 0,1 0 0,0 0 0,0 1 0,0-1 0,-1 0 0,1 0 0,0 1 0,0-1 0,0 0 0,0 1 0,0-1 0,0 0 0,-1 0 0,1 1 0,0-1 0,0 0 0,0 1 0,0-1 0,0 0 0,0 1 0,0-1 0,0 0 0,1 1 0,-1-1 0,0 0 0,0 1 0,0-1 0,0 0 0,0 0 0,0 1 0,1-1 0,-1 0 0,0 1 0,0-1 0,0 0 0,1 0 0,-1 0 0,0 1 0,0-1 0,1 0 0,-1 0 0,0 0 0,1 1 0,17 7 0,-16-7 0,25 7 0,1 0 0,31 4 0,298 30-694,10-25-454,746 9-2035,-81-4 806,-493-1 386,528 10 2703,-416-47 6677,-603 14-6097,-78 2-1292,-53-7 0,19 0 0,-676-30-1444,290 18 775,-441-3-1284,572 18 1548,-430 19 1397,141 1 198,639-17 1227,14-1-2545,817-62-1065,7-35-1293,498-44-78,-383 105 5685,-1 81 1,-953-39-3122,-69-3 0,31-1 0,-1069-7-2015,315 1 374,-551-8-982,1055 11 2230,-70 0 351,104 2 6289,237 7-5780,183 66-1246,249 56 1,221 3-780,165-24 1273,-20-3-277,-348-22 22,-133-21 2754,-313-58-1587,-12-2-390,1 1 1,-1-1-1,1-1 0,-1 1 1,1-1-1,10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51:09.0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24575,'0'0'0,"0"0"0,0 0 0,0 0 0,3 1 0,34 12 0,0-1 0,1-2 0,0-1 0,1-2 0,69 3 0,205-15 0,-122-2 0,-113 7-455,-1 3 0,98 17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51:10.2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24575,'0'0'0,"0"0"0,4 0 0,445 3 0,2 39 0,-399-36 14,357 36 310,-4-31-2027,-315-16-5123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51:11.3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24575,'15'0'0,"-8"-1"0,75 3 0,-1 3 0,112 22 0,-58-7 0,404 31 342,-2-56-2049,-435-3-5119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51:12.1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24575,'0'0'0,"0"0"0,0 0 0,0 0 0,0 0 0,0 0 0,0 0 0,0 0 0,0 0 0,0 0 0,4 2 0,40 10 86,1-2-1,0-2 0,63 3 1,-37-8-940,107-10 1,-106 0-5973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1:51:12.8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24575,'0'0'0,"0"0"0,0 0 0,0 0 0,0 0 0,0 0 0,0 0 0,0 0 0,4 1 0,678 71 0,-246-66-1365,-345-11-5461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13:10:14.9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570 314 24575,'0'0'0,"0"0"0,0 0 0,-4 2 0,-177 78 0,103-47 0,63-24 0,15-9 0,-1 1 0,1-1 0,0 0 0,0 0 0,0 0 0,-1 1 0,1-1 0,0 0 0,0 0 0,0 1 0,0-1 0,0 0 0,0 0 0,-1 1 0,1-1 0,0 0 0,0 0 0,0 1 0,0-1 0,0 0 0,0 1 0,0-1 0,0 0 0,0 0 0,0 1 0,0-1 0,0 0 0,0 0 0,1 1 0,0 0 0,1 1 0,-1-1 0,1 0 0,0 1 0,-1-1 0,1 0 0,0 0 0,0 0 0,0-1 0,0 1 0,0 0 0,2 0 0,61 18 0,118 20 0,72-7 0,-226-29 0,292 26 0,1-13 0,1-15 0,456-56 0,-773 54 0,18-2 0,-23 3 0,0 0 0,-1-1 0,1 1 0,0 0 0,-1 0 0,1 0 0,0 0 0,-1-1 0,1 1 0,0 0 0,-1-1 0,1 1 0,0-1 0,-1 1 0,1 0 0,-1-1 0,1 1 0,-1-1 0,1 0 0,-1 1 0,1-1 0,-1 1 0,0-1 0,1-1 0,0 2 0,-10-3 0,-199-38 0,-2 9 0,-396-8 0,64 38 0,-179-3 0,707 5 0,8-1 0,1 1 0,-1 0 0,1 0 0,-1 0 0,1 1 0,0-1 0,-11 4 0,25-3 0,1070-51 0,-709 15 0,220-24 0,-569 56 0,-11 3 0,0-2 0,1 1 0,-1-1 0,18-6 0,-27 8 0,-1 0 0,0 0 0,0 0 0,0-1 0,0 1 0,0 0 0,1 0 0,-1 0 0,0 0 0,0 0 0,0 0 0,0 0 0,0 0 0,0 0 0,1 0 0,-1 0 0,0 0 0,0 0 0,0 0 0,0-1 0,0 1 0,0 0 0,0 0 0,0 0 0,1 0 0,-1 0 0,0 0 0,0-1 0,0 1 0,0 0 0,0 0 0,0 0 0,0 0 0,0 0 0,0-1 0,0 1 0,0 0 0,0 0 0,0 0 0,0 0 0,0 0 0,0-1 0,0 1 0,0 0 0,0 0 0,0 0 0,0 0 0,0 0 0,-1-1 0,-8-4 0,-14-1 0,-35-3 12,-106-3 0,-61 14-120,217-2 97,-638 41-48,0 28 153,58-5-34,580-63-60,5-2 0,0 1 0,0 0 0,0 1 0,0-1 0,0 1 0,0-1 0,0 1 0,0 0 0,0 0 0,0 0 0,-3 2 0,15-1 0,741 21-206,9-63-106,-140 5 297,-615 35 23,77-4 167,1 4 0,83 10 0,-180-11-175,0 1 0,-29 2 0,4 1 0,-1914 140-975,1935-141 1298,14-2-250,0 0-1,0 0 1,0 1-1,0 0 1,0 0-1,0 0 0,0 0 1,-5 3-1,13-2-72,0 0 0,0-1 0,1 1 0,-1-1 0,0 0 0,6 1 0,85 16 0,116 6 0,98-11 0,487-36-525,-4-52-237,-658 61 697,503-39 663,2 48 156,-618 6-754,-18-1 0,-4 0 0,-35-3 0,-673-30 0,-6 33 0,682 1 0,-16 1 0,-83 12 0,133-14 0,0 0 0,0 0 0,0 0 0,0 0 0,0 0 0,0 0 0,0 0 0,0 0 0,0 0 0,0 0 0,0 1 0,0-1 0,0 0 0,0 0 0,0 0 0,0 0 0,0 0 0,0 0 0,0 0 0,0 0 0,0 0 0,0 0 0,0 0 0,0 0 0,0 0 0,0 1 0,0-1 0,0 0 0,0 0 0,0 0 0,0 0 0,0 0 0,0 0 0,0 0 0,0 0 0,0 0 0,0 0 0,0 0 0,0 0 0,-1 0 0,1 0 0,0 0 0,0 0 0,0 0 0,0 0 0,0 0 0,0 0 0,0 0 0,0 0 0,0 0 0,0 0 0,0 0 0,0 0 0,0 0 0,-1 0 0,12 3 0,26 2 0,1017 20-766,7-83-178,-877 45 913,-141 10 228,8-1 575,62 3 0,-792-57-1110,121 9 87,-133-11 226,1-27 148,415 47-152,-455-7 0,-99 72 566,761-21-525,65-5 131,9-2 44,21-6-1121,-21 7 173,52-16-6065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9.xml"/><Relationship Id="rId3" Type="http://schemas.openxmlformats.org/officeDocument/2006/relationships/image" Target="../media/image2.png"/><Relationship Id="rId7" Type="http://schemas.openxmlformats.org/officeDocument/2006/relationships/customXml" Target="../ink/ink6.xml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customXml" Target="../ink/ink8.xml"/><Relationship Id="rId1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customXml" Target="../ink/ink5.xml"/><Relationship Id="rId9" Type="http://schemas.openxmlformats.org/officeDocument/2006/relationships/customXml" Target="../ink/ink7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187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SIH26055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Smart Scan Strategy for Electronic Warfare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Robotics and Drones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CodeSutra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Scan Strategy for Electronic Warfare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b="1" dirty="0"/>
              <a:t>CodeSutra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BFAA4D6-2AA5-D402-9E60-461AE1E5AE34}"/>
                  </a:ext>
                </a:extLst>
              </p14:cNvPr>
              <p14:cNvContentPartPr/>
              <p14:nvPr/>
            </p14:nvContentPartPr>
            <p14:xfrm>
              <a:off x="218015" y="5811754"/>
              <a:ext cx="1769040" cy="268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BFAA4D6-2AA5-D402-9E60-461AE1E5AE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895" y="5805634"/>
                <a:ext cx="17812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B3934D9-2514-214E-8C92-6AF01EDC957B}"/>
                  </a:ext>
                </a:extLst>
              </p14:cNvPr>
              <p14:cNvContentPartPr/>
              <p14:nvPr/>
            </p14:nvContentPartPr>
            <p14:xfrm>
              <a:off x="209015" y="5779354"/>
              <a:ext cx="2181960" cy="335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B3934D9-2514-214E-8C92-6AF01EDC95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895" y="5773234"/>
                <a:ext cx="21942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1293297-C780-62E5-8DA0-2A98E7C8345E}"/>
                  </a:ext>
                </a:extLst>
              </p14:cNvPr>
              <p14:cNvContentPartPr/>
              <p14:nvPr/>
            </p14:nvContentPartPr>
            <p14:xfrm>
              <a:off x="260855" y="5549674"/>
              <a:ext cx="2085840" cy="510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1293297-C780-62E5-8DA0-2A98E7C834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215" y="5486674"/>
                <a:ext cx="2211480" cy="63648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83D82E-F076-CB8D-6D2A-65076C5A34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612" y="252246"/>
            <a:ext cx="9982898" cy="6790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4C27137-3334-AE63-09F0-72E0A357E112}"/>
                  </a:ext>
                </a:extLst>
              </p14:cNvPr>
              <p14:cNvContentPartPr/>
              <p14:nvPr/>
            </p14:nvContentPartPr>
            <p14:xfrm>
              <a:off x="3584375" y="823059"/>
              <a:ext cx="4678920" cy="294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4C27137-3334-AE63-09F0-72E0A357E1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21375" y="760059"/>
                <a:ext cx="4804560" cy="4204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FF1A917-0EEE-2554-53CA-1A4952909B86}"/>
              </a:ext>
            </a:extLst>
          </p:cNvPr>
          <p:cNvSpPr txBox="1"/>
          <p:nvPr/>
        </p:nvSpPr>
        <p:spPr>
          <a:xfrm>
            <a:off x="1917065" y="650410"/>
            <a:ext cx="80135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Adaptive RF Spectrum Scanning with Oracle-Guided Neural Bandits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D47D3EF-E8BB-02AE-CEB6-AF97631C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5568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b="1" dirty="0"/>
              <a:t>CodeSutra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AFA1533D-BFFF-E5B3-D545-2BE5070AF862}"/>
              </a:ext>
            </a:extLst>
          </p:cNvPr>
          <p:cNvGrpSpPr/>
          <p:nvPr/>
        </p:nvGrpSpPr>
        <p:grpSpPr>
          <a:xfrm>
            <a:off x="9414935" y="6183885"/>
            <a:ext cx="1383840" cy="106200"/>
            <a:chOff x="9414935" y="6183885"/>
            <a:chExt cx="138384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86427E8-C816-1A13-9E77-4ADD61B00F73}"/>
                    </a:ext>
                  </a:extLst>
                </p14:cNvPr>
                <p14:cNvContentPartPr/>
                <p14:nvPr/>
              </p14:nvContentPartPr>
              <p14:xfrm>
                <a:off x="9414935" y="6249765"/>
                <a:ext cx="408600" cy="2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86427E8-C816-1A13-9E77-4ADD61B00F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52295" y="6187125"/>
                  <a:ext cx="534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03F61C-3309-B753-51D3-0D5BFDD6028E}"/>
                    </a:ext>
                  </a:extLst>
                </p14:cNvPr>
                <p14:cNvContentPartPr/>
                <p14:nvPr/>
              </p14:nvContentPartPr>
              <p14:xfrm>
                <a:off x="9830375" y="6252285"/>
                <a:ext cx="669960" cy="3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03F61C-3309-B753-51D3-0D5BFDD602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67375" y="6189645"/>
                  <a:ext cx="795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35F78E-1E08-FAEB-1F6A-CA08D182A2B7}"/>
                    </a:ext>
                  </a:extLst>
                </p14:cNvPr>
                <p14:cNvContentPartPr/>
                <p14:nvPr/>
              </p14:nvContentPartPr>
              <p14:xfrm>
                <a:off x="10145735" y="6183885"/>
                <a:ext cx="608760" cy="38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35F78E-1E08-FAEB-1F6A-CA08D182A2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82735" y="6120885"/>
                  <a:ext cx="734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6E7A21-E3A9-AF3F-39EB-50E0D2A6F748}"/>
                    </a:ext>
                  </a:extLst>
                </p14:cNvPr>
                <p14:cNvContentPartPr/>
                <p14:nvPr/>
              </p14:nvContentPartPr>
              <p14:xfrm>
                <a:off x="10376855" y="6236445"/>
                <a:ext cx="204480" cy="16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6E7A21-E3A9-AF3F-39EB-50E0D2A6F74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13855" y="6173445"/>
                  <a:ext cx="330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FEEF10-A106-E5ED-C0E8-188ED529F98A}"/>
                    </a:ext>
                  </a:extLst>
                </p14:cNvPr>
                <p14:cNvContentPartPr/>
                <p14:nvPr/>
              </p14:nvContentPartPr>
              <p14:xfrm>
                <a:off x="10361735" y="6232845"/>
                <a:ext cx="437040" cy="28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FEEF10-A106-E5ED-C0E8-188ED529F9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99095" y="6169845"/>
                  <a:ext cx="562680" cy="154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CFECE75-F35C-2E8D-9531-18E437852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0114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C5ACDED-0C3E-1E90-BAAD-C03AA21B139E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E2F32C05-6B14-D462-0181-70EE25E663E7}"/>
              </a:ext>
            </a:extLst>
          </p:cNvPr>
          <p:cNvSpPr txBox="1">
            <a:spLocks/>
          </p:cNvSpPr>
          <p:nvPr/>
        </p:nvSpPr>
        <p:spPr>
          <a:xfrm>
            <a:off x="4800600" y="6357751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white"/>
                </a:solidFill>
              </a:rPr>
              <a:t>@SIH Idea submission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2F15F-2D68-5AA0-143E-EF9AD05577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2064" y="1065235"/>
            <a:ext cx="11867872" cy="52020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2936694-733F-97FB-AB9A-CCE2E2741BD8}"/>
                  </a:ext>
                </a:extLst>
              </p14:cNvPr>
              <p14:cNvContentPartPr/>
              <p14:nvPr/>
            </p14:nvContentPartPr>
            <p14:xfrm>
              <a:off x="10206935" y="5905245"/>
              <a:ext cx="1749240" cy="215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2936694-733F-97FB-AB9A-CCE2E2741B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44295" y="5842605"/>
                <a:ext cx="1874880" cy="34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b="1" dirty="0"/>
              <a:t>CodeSutra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7F7050-6D62-D919-A4B3-855B612E4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84" y="396212"/>
            <a:ext cx="10569949" cy="6784764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2D810D72-B207-7819-1826-ED59072F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b="1" dirty="0"/>
              <a:t>CodeSutra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7029D3-F1B2-E2F5-6BD9-A8FD21B54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57" y="483160"/>
            <a:ext cx="10138001" cy="6496480"/>
          </a:xfrm>
          <a:prstGeom prst="rect">
            <a:avLst/>
          </a:prstGeom>
        </p:spPr>
      </p:pic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1602059B-A259-050C-53DC-798CC37C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Contextual bandits and Thompson Sampling for sequential decision-making under uncertainty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Recurrent belief-state (GRU) models for partially observable spectrum-sensing environments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Oracle-guided expert supervision / imitation learning for policy training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Electronic Warfare literature on frequency-agile emitter scanning and spectrum surveillance.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100" b="1" dirty="0"/>
              <a:t>CodeSutra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140</Words>
  <Application>Microsoft Office PowerPoint</Application>
  <PresentationFormat>Widescreen</PresentationFormat>
  <Paragraphs>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Smart Scan Strategy for Electronic Warfare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Nishant Reddy Varimalla</cp:lastModifiedBy>
  <cp:revision>157</cp:revision>
  <dcterms:created xsi:type="dcterms:W3CDTF">2013-12-12T18:46:50Z</dcterms:created>
  <dcterms:modified xsi:type="dcterms:W3CDTF">2026-08-29T14:26:17Z</dcterms:modified>
  <cp:category/>
</cp:coreProperties>
</file>